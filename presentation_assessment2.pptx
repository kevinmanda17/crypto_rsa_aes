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457200" cy="4572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3172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RSA Handshake Asymétrique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200400"/>
            <a:ext cx="118872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9C4D0"/>
                </a:solidFill>
                <a:latin typeface="Calibri"/>
              </a:rPr>
              <a:t>Canal hybride RSA-2048 + AES-256-GCM pour sécuriser une API 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89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4A6"/>
                </a:solidFill>
                <a:latin typeface="Calibri"/>
              </a:rPr>
              <a:t>UNH — Génie Logiciel L4  ·  Assessment 2  ·  Darel Mubenga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7C86"/>
                </a:solidFill>
                <a:latin typeface="Calibri"/>
              </a:rPr>
              <a:t>CONTEXTE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B26"/>
                </a:solidFill>
                <a:latin typeface="Calibri"/>
              </a:rPr>
              <a:t>Contexte &amp; objectifs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17904"/>
            <a:ext cx="82296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472"/>
                </a:solidFill>
                <a:latin typeface="Calibri"/>
              </a:rPr>
              <a:t>RSA HANDSHAKE ASYMÉTRIQUE — ASSESSMENT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Une API de messagerie interne fonctionne actuellement en texte clair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Objectif : un module de sécurité qui s'intercale entre client et serveur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Chiffrement asymétrique RSA-2048 pour l'échange initial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Handshake sécurisé entre client et serveur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Canal hybride final : RSA pour l'échange de clé, AES pour les messages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7C86"/>
                </a:solidFill>
                <a:latin typeface="Calibri"/>
              </a:rPr>
              <a:t>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B26"/>
                </a:solidFill>
                <a:latin typeface="Calibri"/>
              </a:rPr>
              <a:t>Architecture Docker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17904"/>
            <a:ext cx="82296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472"/>
                </a:solidFill>
                <a:latin typeface="Calibri"/>
              </a:rPr>
              <a:t>RSA HANDSHAKE ASYMÉTRIQUE — ASSESSMENT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rsa-server — API Flask exposant le handshake et les endpoints sécurisés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rsa-client-demo — client interactif de démonstration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secure-net — réseau Docker interne isolé (bridge)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Volume persistant — conserve la paire de clés RSA entre redémarrages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7C86"/>
                </a:solidFill>
                <a:latin typeface="Calibri"/>
              </a:rPr>
              <a:t>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B26"/>
                </a:solidFill>
                <a:latin typeface="Calibri"/>
              </a:rPr>
              <a:t>Schéma de déploiement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17904"/>
            <a:ext cx="82296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472"/>
                </a:solidFill>
                <a:latin typeface="Calibri"/>
              </a:rPr>
              <a:t>RSA HANDSHAKE ASYMÉTRIQUE — ASSESSMENT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Calibri"/>
              </a:rPr>
              <a:t>03</a:t>
            </a:r>
          </a:p>
        </p:txBody>
      </p:sp>
      <p:pic>
        <p:nvPicPr>
          <p:cNvPr id="7" name="Picture 6" descr="inf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150" y="1988820"/>
            <a:ext cx="5243395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Calibri"/>
              </a:rPr>
              <a:t>2 conteneurs · 1 réseau isolé · 1 volume persistant pour les clés RSA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7C86"/>
                </a:solidFill>
                <a:latin typeface="Calibri"/>
              </a:rPr>
              <a:t>PROTOCOLE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B26"/>
                </a:solidFill>
                <a:latin typeface="Calibri"/>
              </a:rPr>
              <a:t>Déroulement du handshake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17904"/>
            <a:ext cx="82296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472"/>
                </a:solidFill>
                <a:latin typeface="Calibri"/>
              </a:rPr>
              <a:t>RSA HANDSHAKE ASYMÉTRIQUE — ASSESSMENT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01   Le client récupère la clé publique RSA du serveur (GET /public-key)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02   Il génère localement une clé de session AES-256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03   Il chiffre cette clé avec RSA-OAEP (SHA-256)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04   Il l'envoie au serveur avec son client_id (POST /handshake)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05   Le serveur déchiffre, crée une session (TTL 1h) et renvoie un session_id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7C86"/>
                </a:solidFill>
                <a:latin typeface="Calibri"/>
              </a:rPr>
              <a:t>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B26"/>
                </a:solidFill>
                <a:latin typeface="Calibri"/>
              </a:rPr>
              <a:t>Diagramme de séquence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17904"/>
            <a:ext cx="82296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472"/>
                </a:solidFill>
                <a:latin typeface="Calibri"/>
              </a:rPr>
              <a:t>RSA HANDSHAKE ASYMÉTRIQUE — ASSESSMENT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Calibri"/>
              </a:rPr>
              <a:t>05</a:t>
            </a:r>
          </a:p>
        </p:txBody>
      </p:sp>
      <p:pic>
        <p:nvPicPr>
          <p:cNvPr id="7" name="Picture 6" descr="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952" y="1988820"/>
            <a:ext cx="2891789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Calibri"/>
              </a:rPr>
              <a:t>Handshake RSA → session AES-GCM → échange de messages chiffrés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7C86"/>
                </a:solidFill>
                <a:latin typeface="Calibri"/>
              </a:rPr>
              <a:t>SERVEUR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B26"/>
                </a:solidFill>
                <a:latin typeface="Calibri"/>
              </a:rPr>
              <a:t>Endpoints exposés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17904"/>
            <a:ext cx="82296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472"/>
                </a:solidFill>
                <a:latin typeface="Calibri"/>
              </a:rPr>
              <a:t>RSA HANDSHAKE ASYMÉTRIQUE — ASSESSMENT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GET /public-key — clé publique PEM, algorithme, taille (2048 bits)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POST /handshake — reçoit client_id + encrypted_session_key, retourne session_id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POST /message — corps chiffré AES-GCM, protégé par X-Session-ID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GET /sessions — liste des sessions actives (debug / démo)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7C86"/>
                </a:solidFill>
                <a:latin typeface="Calibri"/>
              </a:rPr>
              <a:t>SÉCURITÉ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B26"/>
                </a:solidFill>
                <a:latin typeface="Calibri"/>
              </a:rPr>
              <a:t>Middleware de déchiffrement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17904"/>
            <a:ext cx="82296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472"/>
                </a:solidFill>
                <a:latin typeface="Calibri"/>
              </a:rPr>
              <a:t>RSA HANDSHAKE ASYMÉTRIQUE — ASSESSMENT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Vérifie la présence de l'en-tête X-Session-ID sur chaque requête protégée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Rejette (401) toute requête sans session valide ou expirée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Déchiffre le corps avec la clé AES associée à la session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Journalise chaque tentative d'accès non authentifiée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7C86"/>
                </a:solidFill>
                <a:latin typeface="Calibri"/>
              </a:rPr>
              <a:t>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B26"/>
                </a:solidFill>
                <a:latin typeface="Calibri"/>
              </a:rPr>
              <a:t>Diagramme de classes (serveur)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17904"/>
            <a:ext cx="82296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472"/>
                </a:solidFill>
                <a:latin typeface="Calibri"/>
              </a:rPr>
              <a:t>RSA HANDSHAKE ASYMÉTRIQUE — ASSESSMENT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Calibri"/>
              </a:rPr>
              <a:t>08</a:t>
            </a:r>
          </a:p>
        </p:txBody>
      </p:sp>
      <p:pic>
        <p:nvPicPr>
          <p:cNvPr id="7" name="Picture 6" descr="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551" y="1988820"/>
            <a:ext cx="4236591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Calibri"/>
              </a:rPr>
              <a:t>RSAKeyManager · SessionStore · CryptoService · AuthMiddleware · FlaskApp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7C86"/>
                </a:solidFill>
                <a:latin typeface="Calibri"/>
              </a:rPr>
              <a:t>CRYPTOGRAPHIE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B26"/>
                </a:solidFill>
                <a:latin typeface="Calibri"/>
              </a:rPr>
              <a:t>Choix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17904"/>
            <a:ext cx="82296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472"/>
                </a:solidFill>
                <a:latin typeface="Calibri"/>
              </a:rPr>
              <a:t>RSA HANDSHAKE ASYMÉTRIQUE — ASSESSMENT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Calibr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RSA-2048 + padding OAEP (SHA-256) — résiste aux attaques de padding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AES-256-GCM — chiffrement authentifié : confidentialité + intégrité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Session limitée à 1 heure — réduit la fenêtre d'exposition d'une clé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Clés RSA persistées via un volume Docker entre redémarrages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7C86"/>
                </a:solidFill>
                <a:latin typeface="Calibri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B26"/>
                </a:solidFill>
                <a:latin typeface="Calibri"/>
              </a:rPr>
              <a:t>Démonstration &amp; tests de sécurité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17904"/>
            <a:ext cx="82296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472"/>
                </a:solidFill>
                <a:latin typeface="Calibri"/>
              </a:rPr>
              <a:t>RSA HANDSHAKE ASYMÉTRIQUE — ASSESSMENT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Capture Wireshark — le corps des messages est illisible en clair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Requête sans session valide → rejetée (401) et journalisée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Simulation d'attaque homme du milieu → rejetée par le serveur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Client interactif en terminal avec mode démonstration automatique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7C86"/>
                </a:solidFill>
                <a:latin typeface="Calibri"/>
              </a:rPr>
              <a:t>SYNTHÈSE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B26"/>
                </a:solidFill>
                <a:latin typeface="Calibri"/>
              </a:rPr>
              <a:t>Livrables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17904"/>
            <a:ext cx="82296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472"/>
                </a:solidFill>
                <a:latin typeface="Calibri"/>
              </a:rPr>
              <a:t>RSA HANDSHAKE ASYMÉTRIQUE — ASSESSMENT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472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Dépôt Git — code source complet (serveur + client)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docker-compose.yml — infrastructure fonctionnelle en une commande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Rapport PDF — diagrammes UML, justification OAEP, tests de sécurité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41B26"/>
                </a:solidFill>
                <a:latin typeface="Calibri"/>
              </a:rPr>
              <a:t>—   Démonstration — vidéo (5 min) ou démo live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457200" cy="4572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520440"/>
            <a:ext cx="118872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9C4D0"/>
                </a:solidFill>
                <a:latin typeface="Calibri"/>
              </a:rP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